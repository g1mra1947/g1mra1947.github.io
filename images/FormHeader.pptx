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44002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F4B"/>
    <a:srgbClr val="013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78222"/>
            <a:ext cx="10800160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781306"/>
            <a:ext cx="10800160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01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81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94830"/>
            <a:ext cx="12420184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817875"/>
            <a:ext cx="12420184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980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916484"/>
            <a:ext cx="6120091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916484"/>
            <a:ext cx="6120091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42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83297"/>
            <a:ext cx="12420184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764832"/>
            <a:ext cx="6091965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629749"/>
            <a:ext cx="6091965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764832"/>
            <a:ext cx="612196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629749"/>
            <a:ext cx="612196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473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44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29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79954"/>
            <a:ext cx="4644443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036569"/>
            <a:ext cx="7290108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159794"/>
            <a:ext cx="4644443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48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79954"/>
            <a:ext cx="4644443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036569"/>
            <a:ext cx="7290108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159794"/>
            <a:ext cx="4644443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43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69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83297"/>
            <a:ext cx="3105046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83297"/>
            <a:ext cx="9135135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250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83297"/>
            <a:ext cx="12420184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916484"/>
            <a:ext cx="12420184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672697"/>
            <a:ext cx="324004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2F7F9-246A-404A-822C-C98955BB98F4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672697"/>
            <a:ext cx="4860072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672697"/>
            <a:ext cx="324004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513DA-533F-432D-A0A0-5B95FE938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14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350743-E32A-FE01-A6E5-F53B9B090123}"/>
              </a:ext>
            </a:extLst>
          </p:cNvPr>
          <p:cNvSpPr/>
          <p:nvPr/>
        </p:nvSpPr>
        <p:spPr>
          <a:xfrm>
            <a:off x="117140" y="255975"/>
            <a:ext cx="13701730" cy="3343681"/>
          </a:xfrm>
          <a:prstGeom prst="rect">
            <a:avLst/>
          </a:prstGeom>
          <a:solidFill>
            <a:srgbClr val="165F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43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EDD8BA-2DC6-1004-A05F-FF40C6D39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2" y="994410"/>
            <a:ext cx="1783517" cy="17835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C5632A-0AB9-B79F-5ADC-461E8998BF41}"/>
              </a:ext>
            </a:extLst>
          </p:cNvPr>
          <p:cNvSpPr txBox="1"/>
          <p:nvPr/>
        </p:nvSpPr>
        <p:spPr>
          <a:xfrm>
            <a:off x="3663665" y="881632"/>
            <a:ext cx="101059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Gauge One </a:t>
            </a:r>
          </a:p>
          <a:p>
            <a:r>
              <a:rPr lang="en-US" sz="6000" dirty="0">
                <a:solidFill>
                  <a:schemeClr val="bg1"/>
                </a:solidFill>
              </a:rPr>
              <a:t>Model Railway Association</a:t>
            </a:r>
            <a:endParaRPr lang="en-GB" sz="6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9941A-8C59-67E9-3E4D-79BB4EA2E77B}"/>
              </a:ext>
            </a:extLst>
          </p:cNvPr>
          <p:cNvSpPr txBox="1"/>
          <p:nvPr/>
        </p:nvSpPr>
        <p:spPr>
          <a:xfrm>
            <a:off x="4457700" y="3902147"/>
            <a:ext cx="7200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https://docs.google.com/forms/d/e/1FAIpQLSdCoBaQbw5ZEAoqFHoGM0an39_Jkso504Sps-j3Wf1xYC_Thw/viewform?usp=publish-editor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D65E87-D346-BBB7-225B-F9517489CC98}"/>
              </a:ext>
            </a:extLst>
          </p:cNvPr>
          <p:cNvSpPr txBox="1"/>
          <p:nvPr/>
        </p:nvSpPr>
        <p:spPr>
          <a:xfrm>
            <a:off x="4457700" y="5044486"/>
            <a:ext cx="7200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https://docs.google.com/forms/d/e/1FAIpQLSe-TQWWBqXx_GmmY1R6Dq4GKdi6xssszcm_g14AaeknNtYrwQ/viewform?usp=publish-editor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DDFA6F-3AB1-592A-A4C9-CBC5FCE59993}"/>
              </a:ext>
            </a:extLst>
          </p:cNvPr>
          <p:cNvSpPr txBox="1"/>
          <p:nvPr/>
        </p:nvSpPr>
        <p:spPr>
          <a:xfrm>
            <a:off x="1360170" y="4225312"/>
            <a:ext cx="1527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member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632379-3122-8BFD-3FB6-54F0771A50A5}"/>
              </a:ext>
            </a:extLst>
          </p:cNvPr>
          <p:cNvSpPr txBox="1"/>
          <p:nvPr/>
        </p:nvSpPr>
        <p:spPr>
          <a:xfrm>
            <a:off x="1360170" y="5321485"/>
            <a:ext cx="860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Renew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9597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Johnstone, A</dc:creator>
  <cp:lastModifiedBy>Johnstone, A</cp:lastModifiedBy>
  <cp:revision>3</cp:revision>
  <dcterms:created xsi:type="dcterms:W3CDTF">2026-01-12T16:59:52Z</dcterms:created>
  <dcterms:modified xsi:type="dcterms:W3CDTF">2026-01-12T22:18:12Z</dcterms:modified>
</cp:coreProperties>
</file>