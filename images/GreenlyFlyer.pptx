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93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41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30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67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10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9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45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01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BE496-7867-4796-A38F-5EDD24FCDB8B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C444B-E72E-49B6-84BE-C97E24F65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97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1mra.com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 small, black steam engine locomotive, with its front and side details visible, sitting on a track in a grassy, outdoor setting.&#10;&#10;AI-generated content may be incorrect.">
            <a:extLst>
              <a:ext uri="{FF2B5EF4-FFF2-40B4-BE49-F238E27FC236}">
                <a16:creationId xmlns:a16="http://schemas.microsoft.com/office/drawing/2014/main" id="{3F239223-68FA-9036-2181-1829D604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2" y="889681"/>
            <a:ext cx="3023780" cy="2346960"/>
          </a:xfrm>
          <a:prstGeom prst="rect">
            <a:avLst/>
          </a:prstGeom>
        </p:spPr>
      </p:pic>
      <p:pic>
        <p:nvPicPr>
          <p:cNvPr id="7" name="Picture 2" descr="GAUGE ONE&#10;&#10;AI-generated content may be incorrect.">
            <a:extLst>
              <a:ext uri="{FF2B5EF4-FFF2-40B4-BE49-F238E27FC236}">
                <a16:creationId xmlns:a16="http://schemas.microsoft.com/office/drawing/2014/main" id="{1FA44CBD-0951-C283-40E4-79258689F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17" y="29190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me">
            <a:extLst>
              <a:ext uri="{FF2B5EF4-FFF2-40B4-BE49-F238E27FC236}">
                <a16:creationId xmlns:a16="http://schemas.microsoft.com/office/drawing/2014/main" id="{A3202437-0433-3C40-DF75-E654EB4A6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" y="27490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9C1D85-28CC-3D23-1102-BBC500CBA84D}"/>
              </a:ext>
            </a:extLst>
          </p:cNvPr>
          <p:cNvSpPr txBox="1"/>
          <p:nvPr/>
        </p:nvSpPr>
        <p:spPr>
          <a:xfrm>
            <a:off x="1194768" y="53367"/>
            <a:ext cx="2528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The G1MRA Greenly </a:t>
            </a:r>
          </a:p>
          <a:p>
            <a:pPr algn="ctr"/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Starter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9ABE6-F45E-5E42-382C-C073C1A6A052}"/>
              </a:ext>
            </a:extLst>
          </p:cNvPr>
          <p:cNvSpPr txBox="1"/>
          <p:nvPr/>
        </p:nvSpPr>
        <p:spPr>
          <a:xfrm>
            <a:off x="3442593" y="1394460"/>
            <a:ext cx="144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£245 RTR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E3A53-E798-66A5-40C3-AE1BCB0C3B64}"/>
              </a:ext>
            </a:extLst>
          </p:cNvPr>
          <p:cNvSpPr txBox="1"/>
          <p:nvPr/>
        </p:nvSpPr>
        <p:spPr>
          <a:xfrm>
            <a:off x="3518793" y="2453640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£195 kit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4D69E-DE92-E9EB-AD87-073E4F12371F}"/>
              </a:ext>
            </a:extLst>
          </p:cNvPr>
          <p:cNvSpPr txBox="1"/>
          <p:nvPr/>
        </p:nvSpPr>
        <p:spPr>
          <a:xfrm>
            <a:off x="305721" y="3365070"/>
            <a:ext cx="45024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David Viewing’s Greenly starter engine is designed as a low-cost entry to Gauge 1 running. It has full radio control with 'cruise control', a powerful 5-pole motor, a flickering firebox light and a smoke generator that puffs. </a:t>
            </a:r>
          </a:p>
          <a:p>
            <a:endParaRPr lang="en-GB" sz="1200" dirty="0"/>
          </a:p>
          <a:p>
            <a:r>
              <a:rPr lang="en-GB" sz="1200" dirty="0"/>
              <a:t>The engine is a fine runner and can pull a heavy train for hours; it makes a great backup for live steam runners with recalcitrant engines – the batteries will hold charge for months.</a:t>
            </a:r>
          </a:p>
          <a:p>
            <a:endParaRPr lang="en-GB" sz="1200" dirty="0"/>
          </a:p>
          <a:p>
            <a:r>
              <a:rPr lang="en-GB" sz="1200" dirty="0"/>
              <a:t>The loco is robust enough to handled and operated by young children and will easily cope with 55cm radius curves for that classic round-the-Christmas-tree track.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692494-5C9B-8271-93D8-7FB226FDAD1F}"/>
              </a:ext>
            </a:extLst>
          </p:cNvPr>
          <p:cNvSpPr txBox="1"/>
          <p:nvPr/>
        </p:nvSpPr>
        <p:spPr>
          <a:xfrm>
            <a:off x="380485" y="5729354"/>
            <a:ext cx="4241289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Order now from </a:t>
            </a:r>
            <a:r>
              <a:rPr lang="en-GB" sz="2000" b="1" dirty="0">
                <a:hlinkClick r:id="rId5"/>
              </a:rPr>
              <a:t>https://g1mra.com</a:t>
            </a:r>
            <a:endParaRPr lang="en-GB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E961C-2E3E-D2B1-648A-1354EF1C7928}"/>
              </a:ext>
            </a:extLst>
          </p:cNvPr>
          <p:cNvSpPr txBox="1"/>
          <p:nvPr/>
        </p:nvSpPr>
        <p:spPr>
          <a:xfrm>
            <a:off x="510025" y="6254883"/>
            <a:ext cx="38638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RTR models are charged and ready to go but unpainted.</a:t>
            </a:r>
          </a:p>
          <a:p>
            <a:r>
              <a:rPr lang="en-GB" sz="900" dirty="0"/>
              <a:t>Kits come with pre-wired electronics, but require some mechanical assembly skills – see the detailed instructions available from the website.</a:t>
            </a:r>
          </a:p>
        </p:txBody>
      </p:sp>
      <p:pic>
        <p:nvPicPr>
          <p:cNvPr id="17" name="Picture 16" descr="The image shows a small, black steam engine locomotive, with its front and side details visible, sitting on a track in a grassy, outdoor setting.&#10;&#10;AI-generated content may be incorrect.">
            <a:extLst>
              <a:ext uri="{FF2B5EF4-FFF2-40B4-BE49-F238E27FC236}">
                <a16:creationId xmlns:a16="http://schemas.microsoft.com/office/drawing/2014/main" id="{A15FAA3E-4E98-C33B-495D-2BB61817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52" y="897301"/>
            <a:ext cx="3023780" cy="2346960"/>
          </a:xfrm>
          <a:prstGeom prst="rect">
            <a:avLst/>
          </a:prstGeom>
        </p:spPr>
      </p:pic>
      <p:pic>
        <p:nvPicPr>
          <p:cNvPr id="18" name="Picture 2" descr="GAUGE ONE&#10;&#10;AI-generated content may be incorrect.">
            <a:extLst>
              <a:ext uri="{FF2B5EF4-FFF2-40B4-BE49-F238E27FC236}">
                <a16:creationId xmlns:a16="http://schemas.microsoft.com/office/drawing/2014/main" id="{59AC6B36-90CF-8165-AF48-37CA68999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357" y="36810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ome">
            <a:extLst>
              <a:ext uri="{FF2B5EF4-FFF2-40B4-BE49-F238E27FC236}">
                <a16:creationId xmlns:a16="http://schemas.microsoft.com/office/drawing/2014/main" id="{80EB4F47-C82C-5C46-9BD0-ED0251F63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297" y="35110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E9DBEF-93ED-567A-82CD-CE3CBAF33C25}"/>
              </a:ext>
            </a:extLst>
          </p:cNvPr>
          <p:cNvSpPr txBox="1"/>
          <p:nvPr/>
        </p:nvSpPr>
        <p:spPr>
          <a:xfrm>
            <a:off x="6201108" y="60987"/>
            <a:ext cx="2528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The G1MRA Greenly </a:t>
            </a:r>
          </a:p>
          <a:p>
            <a:pPr algn="ctr"/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Starter Engine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1764A-5624-1234-08CD-EF5397585962}"/>
              </a:ext>
            </a:extLst>
          </p:cNvPr>
          <p:cNvSpPr txBox="1"/>
          <p:nvPr/>
        </p:nvSpPr>
        <p:spPr>
          <a:xfrm>
            <a:off x="8448933" y="1402080"/>
            <a:ext cx="144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£245 RTR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0FE399-9031-B3B5-A293-E601D34735D5}"/>
              </a:ext>
            </a:extLst>
          </p:cNvPr>
          <p:cNvSpPr txBox="1"/>
          <p:nvPr/>
        </p:nvSpPr>
        <p:spPr>
          <a:xfrm>
            <a:off x="8525133" y="2461260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£195 kit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D7859B-AE1F-1525-EEAE-0C9F1E8097E8}"/>
              </a:ext>
            </a:extLst>
          </p:cNvPr>
          <p:cNvSpPr txBox="1"/>
          <p:nvPr/>
        </p:nvSpPr>
        <p:spPr>
          <a:xfrm>
            <a:off x="5312061" y="3372690"/>
            <a:ext cx="45024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David Viewing’s Greenly starter engine is designed as a low-cost entry to Gauge 1 running. It has full radio control with 'cruise control', a powerful 5-pole motor, a flickering firebox light and a smoke generator that puffs. </a:t>
            </a:r>
          </a:p>
          <a:p>
            <a:endParaRPr lang="en-GB" sz="1200" dirty="0"/>
          </a:p>
          <a:p>
            <a:r>
              <a:rPr lang="en-GB" sz="1200" dirty="0"/>
              <a:t>The engine is a fine runner and can pull a heavy train for hours; it makes a great backup for live steam runners with recalcitrant engines – the batteries will hold charge for months.</a:t>
            </a:r>
          </a:p>
          <a:p>
            <a:endParaRPr lang="en-GB" sz="1200" dirty="0"/>
          </a:p>
          <a:p>
            <a:r>
              <a:rPr lang="en-GB" sz="1200" dirty="0"/>
              <a:t>The loco is robust enough to handled and operated by young children and will easily cope with 55cm radius curves for that classic round-the-Christmas-tree track.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2B05C-90C2-65AA-34EE-F52B2795A949}"/>
              </a:ext>
            </a:extLst>
          </p:cNvPr>
          <p:cNvSpPr txBox="1"/>
          <p:nvPr/>
        </p:nvSpPr>
        <p:spPr>
          <a:xfrm>
            <a:off x="5386825" y="5736974"/>
            <a:ext cx="4241289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Order now from </a:t>
            </a:r>
            <a:r>
              <a:rPr lang="en-GB" sz="2000" b="1" dirty="0">
                <a:hlinkClick r:id="rId5"/>
              </a:rPr>
              <a:t>https://g1mra.com</a:t>
            </a:r>
            <a:endParaRPr lang="en-GB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66B635-6F13-AEDB-8AFF-A03DFF70665D}"/>
              </a:ext>
            </a:extLst>
          </p:cNvPr>
          <p:cNvSpPr txBox="1"/>
          <p:nvPr/>
        </p:nvSpPr>
        <p:spPr>
          <a:xfrm>
            <a:off x="5516365" y="6262503"/>
            <a:ext cx="38638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RTR models are charged and ready to go but unpainted.</a:t>
            </a:r>
          </a:p>
          <a:p>
            <a:r>
              <a:rPr lang="en-GB" sz="900" dirty="0"/>
              <a:t>Kits come with pre-wired electronics, but require some mechanical assembly skills – see the detailed instructions available from the website.</a:t>
            </a:r>
          </a:p>
        </p:txBody>
      </p:sp>
    </p:spTree>
    <p:extLst>
      <p:ext uri="{BB962C8B-B14F-4D97-AF65-F5344CB8AC3E}">
        <p14:creationId xmlns:p14="http://schemas.microsoft.com/office/powerpoint/2010/main" val="2068525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310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Johnstone, A</dc:creator>
  <cp:lastModifiedBy>Johnstone, A</cp:lastModifiedBy>
  <cp:revision>3</cp:revision>
  <dcterms:created xsi:type="dcterms:W3CDTF">2026-07-08T12:56:10Z</dcterms:created>
  <dcterms:modified xsi:type="dcterms:W3CDTF">2026-07-08T13:31:25Z</dcterms:modified>
</cp:coreProperties>
</file>