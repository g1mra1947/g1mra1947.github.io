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9472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8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16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82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360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626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60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27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12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70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53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88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8C2EC-4D55-4BF7-B5A2-7F3CF8E02A4F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B022F-5DD1-408C-997C-F3E295D160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09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augeone3dcircle.groups.io/" TargetMode="External"/><Relationship Id="rId4" Type="http://schemas.openxmlformats.org/officeDocument/2006/relationships/hyperlink" Target="http://www.g1mra.com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251EA65-B7E8-CC3C-F82F-E5AE13E61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52" y="113175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">
            <a:extLst>
              <a:ext uri="{FF2B5EF4-FFF2-40B4-BE49-F238E27FC236}">
                <a16:creationId xmlns:a16="http://schemas.microsoft.com/office/drawing/2014/main" id="{6C2C617F-4643-4E8B-F15F-12129F5B2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9" y="997640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C420E6-6C46-AFBE-C450-657E6E5C5CF6}"/>
              </a:ext>
            </a:extLst>
          </p:cNvPr>
          <p:cNvSpPr txBox="1"/>
          <p:nvPr/>
        </p:nvSpPr>
        <p:spPr>
          <a:xfrm>
            <a:off x="937022" y="119737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7342D-37FC-07E5-171E-0B1AF03D2576}"/>
              </a:ext>
            </a:extLst>
          </p:cNvPr>
          <p:cNvSpPr txBox="1"/>
          <p:nvPr/>
        </p:nvSpPr>
        <p:spPr>
          <a:xfrm>
            <a:off x="849088" y="1004428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43" name="Picture 2">
            <a:extLst>
              <a:ext uri="{FF2B5EF4-FFF2-40B4-BE49-F238E27FC236}">
                <a16:creationId xmlns:a16="http://schemas.microsoft.com/office/drawing/2014/main" id="{E2CDD533-F002-D899-4D6C-11984A288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51" y="2137919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4" name="Picture 4" descr="Home">
            <a:extLst>
              <a:ext uri="{FF2B5EF4-FFF2-40B4-BE49-F238E27FC236}">
                <a16:creationId xmlns:a16="http://schemas.microsoft.com/office/drawing/2014/main" id="{121F690B-53E9-EDF6-7144-0F53C0CE5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8" y="3022384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5" name="TextBox 1144">
            <a:extLst>
              <a:ext uri="{FF2B5EF4-FFF2-40B4-BE49-F238E27FC236}">
                <a16:creationId xmlns:a16="http://schemas.microsoft.com/office/drawing/2014/main" id="{8D1A4706-BDC3-8EBA-43D4-8EF7ACD73869}"/>
              </a:ext>
            </a:extLst>
          </p:cNvPr>
          <p:cNvSpPr txBox="1"/>
          <p:nvPr/>
        </p:nvSpPr>
        <p:spPr>
          <a:xfrm>
            <a:off x="937021" y="2144481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06043C70-F132-7738-C30E-4AF33E39141C}"/>
              </a:ext>
            </a:extLst>
          </p:cNvPr>
          <p:cNvSpPr txBox="1"/>
          <p:nvPr/>
        </p:nvSpPr>
        <p:spPr>
          <a:xfrm>
            <a:off x="849087" y="3029172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47" name="Picture 2">
            <a:extLst>
              <a:ext uri="{FF2B5EF4-FFF2-40B4-BE49-F238E27FC236}">
                <a16:creationId xmlns:a16="http://schemas.microsoft.com/office/drawing/2014/main" id="{B90F66F3-8D61-0A9D-A287-41F43D1BF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50" y="4162663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8" name="Picture 4" descr="Home">
            <a:extLst>
              <a:ext uri="{FF2B5EF4-FFF2-40B4-BE49-F238E27FC236}">
                <a16:creationId xmlns:a16="http://schemas.microsoft.com/office/drawing/2014/main" id="{29330FA0-8F50-6E6E-881D-532FDA986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7" y="5047128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9" name="TextBox 1148">
            <a:extLst>
              <a:ext uri="{FF2B5EF4-FFF2-40B4-BE49-F238E27FC236}">
                <a16:creationId xmlns:a16="http://schemas.microsoft.com/office/drawing/2014/main" id="{916C2008-0668-E929-8DA2-23CFBF80E3BA}"/>
              </a:ext>
            </a:extLst>
          </p:cNvPr>
          <p:cNvSpPr txBox="1"/>
          <p:nvPr/>
        </p:nvSpPr>
        <p:spPr>
          <a:xfrm>
            <a:off x="937020" y="4169225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DDA3B728-18EA-B40D-1016-5E420CF7D8AC}"/>
              </a:ext>
            </a:extLst>
          </p:cNvPr>
          <p:cNvSpPr txBox="1"/>
          <p:nvPr/>
        </p:nvSpPr>
        <p:spPr>
          <a:xfrm>
            <a:off x="849086" y="5053916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51" name="Picture 2">
            <a:extLst>
              <a:ext uri="{FF2B5EF4-FFF2-40B4-BE49-F238E27FC236}">
                <a16:creationId xmlns:a16="http://schemas.microsoft.com/office/drawing/2014/main" id="{6B3A96E5-3BAE-0C3C-6C0B-C3511BBD6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49" y="6187407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2" name="Picture 4" descr="Home">
            <a:extLst>
              <a:ext uri="{FF2B5EF4-FFF2-40B4-BE49-F238E27FC236}">
                <a16:creationId xmlns:a16="http://schemas.microsoft.com/office/drawing/2014/main" id="{4B5C0F66-FF98-3D5B-CF2C-434EF4F57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6" y="7071872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3" name="TextBox 1152">
            <a:extLst>
              <a:ext uri="{FF2B5EF4-FFF2-40B4-BE49-F238E27FC236}">
                <a16:creationId xmlns:a16="http://schemas.microsoft.com/office/drawing/2014/main" id="{11229774-057E-3AB5-615C-48132B449D1F}"/>
              </a:ext>
            </a:extLst>
          </p:cNvPr>
          <p:cNvSpPr txBox="1"/>
          <p:nvPr/>
        </p:nvSpPr>
        <p:spPr>
          <a:xfrm>
            <a:off x="937019" y="6193969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6A445CB6-DAF5-70C2-7BC6-51012F303F1A}"/>
              </a:ext>
            </a:extLst>
          </p:cNvPr>
          <p:cNvSpPr txBox="1"/>
          <p:nvPr/>
        </p:nvSpPr>
        <p:spPr>
          <a:xfrm>
            <a:off x="849085" y="7078660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55" name="Picture 2">
            <a:extLst>
              <a:ext uri="{FF2B5EF4-FFF2-40B4-BE49-F238E27FC236}">
                <a16:creationId xmlns:a16="http://schemas.microsoft.com/office/drawing/2014/main" id="{FB43CEF6-282E-A44A-A7B4-80E661BF6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48" y="8212151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6" name="Picture 4" descr="Home">
            <a:extLst>
              <a:ext uri="{FF2B5EF4-FFF2-40B4-BE49-F238E27FC236}">
                <a16:creationId xmlns:a16="http://schemas.microsoft.com/office/drawing/2014/main" id="{7909AA3E-27F5-2586-11DA-5F0E7E5C8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5" y="9096616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" name="TextBox 1156">
            <a:extLst>
              <a:ext uri="{FF2B5EF4-FFF2-40B4-BE49-F238E27FC236}">
                <a16:creationId xmlns:a16="http://schemas.microsoft.com/office/drawing/2014/main" id="{18FD2AA1-89F4-2AF8-F449-EEE5C231ADE4}"/>
              </a:ext>
            </a:extLst>
          </p:cNvPr>
          <p:cNvSpPr txBox="1"/>
          <p:nvPr/>
        </p:nvSpPr>
        <p:spPr>
          <a:xfrm>
            <a:off x="937018" y="8218713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47CC85BB-0C62-17F8-2C21-BA06C571FAB0}"/>
              </a:ext>
            </a:extLst>
          </p:cNvPr>
          <p:cNvSpPr txBox="1"/>
          <p:nvPr/>
        </p:nvSpPr>
        <p:spPr>
          <a:xfrm>
            <a:off x="849084" y="9103404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59" name="Picture 2">
            <a:extLst>
              <a:ext uri="{FF2B5EF4-FFF2-40B4-BE49-F238E27FC236}">
                <a16:creationId xmlns:a16="http://schemas.microsoft.com/office/drawing/2014/main" id="{B0ADC8B4-D9AF-32E3-C53F-FA3522A18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153" y="113174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0" name="Picture 4" descr="Home">
            <a:extLst>
              <a:ext uri="{FF2B5EF4-FFF2-40B4-BE49-F238E27FC236}">
                <a16:creationId xmlns:a16="http://schemas.microsoft.com/office/drawing/2014/main" id="{78392D15-AE80-6EBB-D49C-D72C8499A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610" y="997639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1" name="TextBox 1160">
            <a:extLst>
              <a:ext uri="{FF2B5EF4-FFF2-40B4-BE49-F238E27FC236}">
                <a16:creationId xmlns:a16="http://schemas.microsoft.com/office/drawing/2014/main" id="{1EB97BB3-A984-2042-7B16-AE1273AC7B89}"/>
              </a:ext>
            </a:extLst>
          </p:cNvPr>
          <p:cNvSpPr txBox="1"/>
          <p:nvPr/>
        </p:nvSpPr>
        <p:spPr>
          <a:xfrm>
            <a:off x="4366023" y="119736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AECC44FD-B13C-46ED-664B-79B7811A5C21}"/>
              </a:ext>
            </a:extLst>
          </p:cNvPr>
          <p:cNvSpPr txBox="1"/>
          <p:nvPr/>
        </p:nvSpPr>
        <p:spPr>
          <a:xfrm>
            <a:off x="4278089" y="1004427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63" name="Picture 2">
            <a:extLst>
              <a:ext uri="{FF2B5EF4-FFF2-40B4-BE49-F238E27FC236}">
                <a16:creationId xmlns:a16="http://schemas.microsoft.com/office/drawing/2014/main" id="{74A67587-1620-22D6-DD37-17E6CEC5A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152" y="2137918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4" name="Picture 4" descr="Home">
            <a:extLst>
              <a:ext uri="{FF2B5EF4-FFF2-40B4-BE49-F238E27FC236}">
                <a16:creationId xmlns:a16="http://schemas.microsoft.com/office/drawing/2014/main" id="{9D64B96B-5970-0598-EBF6-2D5887EB6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609" y="3022383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5" name="TextBox 1164">
            <a:extLst>
              <a:ext uri="{FF2B5EF4-FFF2-40B4-BE49-F238E27FC236}">
                <a16:creationId xmlns:a16="http://schemas.microsoft.com/office/drawing/2014/main" id="{73DE9105-79BA-0B2C-F594-30A90F3E2087}"/>
              </a:ext>
            </a:extLst>
          </p:cNvPr>
          <p:cNvSpPr txBox="1"/>
          <p:nvPr/>
        </p:nvSpPr>
        <p:spPr>
          <a:xfrm>
            <a:off x="4366022" y="2144480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12F6BF72-DEC4-1E50-F558-8818AFAA7A29}"/>
              </a:ext>
            </a:extLst>
          </p:cNvPr>
          <p:cNvSpPr txBox="1"/>
          <p:nvPr/>
        </p:nvSpPr>
        <p:spPr>
          <a:xfrm>
            <a:off x="4278088" y="3029171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67" name="Picture 2">
            <a:extLst>
              <a:ext uri="{FF2B5EF4-FFF2-40B4-BE49-F238E27FC236}">
                <a16:creationId xmlns:a16="http://schemas.microsoft.com/office/drawing/2014/main" id="{1D43A245-236C-5850-421F-1570D6C53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151" y="4162662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8" name="Picture 4" descr="Home">
            <a:extLst>
              <a:ext uri="{FF2B5EF4-FFF2-40B4-BE49-F238E27FC236}">
                <a16:creationId xmlns:a16="http://schemas.microsoft.com/office/drawing/2014/main" id="{5866F48C-369D-3187-864F-68E4C0F91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608" y="5047127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9" name="TextBox 1168">
            <a:extLst>
              <a:ext uri="{FF2B5EF4-FFF2-40B4-BE49-F238E27FC236}">
                <a16:creationId xmlns:a16="http://schemas.microsoft.com/office/drawing/2014/main" id="{0F193140-2352-7C1E-B472-DA7C0111D010}"/>
              </a:ext>
            </a:extLst>
          </p:cNvPr>
          <p:cNvSpPr txBox="1"/>
          <p:nvPr/>
        </p:nvSpPr>
        <p:spPr>
          <a:xfrm>
            <a:off x="4366021" y="4169224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890F38BC-A9FD-67AB-ADD6-FC6C9208B9B0}"/>
              </a:ext>
            </a:extLst>
          </p:cNvPr>
          <p:cNvSpPr txBox="1"/>
          <p:nvPr/>
        </p:nvSpPr>
        <p:spPr>
          <a:xfrm>
            <a:off x="4278087" y="5053915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71" name="Picture 2">
            <a:extLst>
              <a:ext uri="{FF2B5EF4-FFF2-40B4-BE49-F238E27FC236}">
                <a16:creationId xmlns:a16="http://schemas.microsoft.com/office/drawing/2014/main" id="{5E9E6971-5071-729F-E98D-D5416D405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150" y="6187406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2" name="Picture 4" descr="Home">
            <a:extLst>
              <a:ext uri="{FF2B5EF4-FFF2-40B4-BE49-F238E27FC236}">
                <a16:creationId xmlns:a16="http://schemas.microsoft.com/office/drawing/2014/main" id="{560A28F2-CA1B-C997-19CD-A34D84138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607" y="7071871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3" name="TextBox 1172">
            <a:extLst>
              <a:ext uri="{FF2B5EF4-FFF2-40B4-BE49-F238E27FC236}">
                <a16:creationId xmlns:a16="http://schemas.microsoft.com/office/drawing/2014/main" id="{DECA667E-E7E5-9C7B-3206-EDF44895E697}"/>
              </a:ext>
            </a:extLst>
          </p:cNvPr>
          <p:cNvSpPr txBox="1"/>
          <p:nvPr/>
        </p:nvSpPr>
        <p:spPr>
          <a:xfrm>
            <a:off x="4366020" y="6193968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974292CF-F5C1-62F9-833C-BD9CC3B8BEC4}"/>
              </a:ext>
            </a:extLst>
          </p:cNvPr>
          <p:cNvSpPr txBox="1"/>
          <p:nvPr/>
        </p:nvSpPr>
        <p:spPr>
          <a:xfrm>
            <a:off x="4278086" y="7078659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  <p:pic>
        <p:nvPicPr>
          <p:cNvPr id="1175" name="Picture 2">
            <a:extLst>
              <a:ext uri="{FF2B5EF4-FFF2-40B4-BE49-F238E27FC236}">
                <a16:creationId xmlns:a16="http://schemas.microsoft.com/office/drawing/2014/main" id="{DA2F5342-2489-34D3-E75F-6059D216C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149" y="8212150"/>
            <a:ext cx="732063" cy="7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6" name="Picture 4" descr="Home">
            <a:extLst>
              <a:ext uri="{FF2B5EF4-FFF2-40B4-BE49-F238E27FC236}">
                <a16:creationId xmlns:a16="http://schemas.microsoft.com/office/drawing/2014/main" id="{51CE2B30-0E92-2ECF-38FB-04AD1BD58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606" y="9096615"/>
            <a:ext cx="796755" cy="73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" name="TextBox 1176">
            <a:extLst>
              <a:ext uri="{FF2B5EF4-FFF2-40B4-BE49-F238E27FC236}">
                <a16:creationId xmlns:a16="http://schemas.microsoft.com/office/drawing/2014/main" id="{4AC18CB2-C594-D64D-2E28-431EC7B2EA5E}"/>
              </a:ext>
            </a:extLst>
          </p:cNvPr>
          <p:cNvSpPr txBox="1"/>
          <p:nvPr/>
        </p:nvSpPr>
        <p:spPr>
          <a:xfrm>
            <a:off x="4366019" y="8218712"/>
            <a:ext cx="221285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To find out all about Gauge 1</a:t>
            </a:r>
          </a:p>
          <a:p>
            <a:pPr algn="ctr"/>
            <a:r>
              <a:rPr lang="en-GB" sz="1200" b="1" dirty="0"/>
              <a:t>   search ‘G1MRA’ or go to</a:t>
            </a:r>
          </a:p>
          <a:p>
            <a:pPr algn="ctr"/>
            <a:r>
              <a:rPr lang="en-GB" sz="1400" b="1" dirty="0">
                <a:hlinkClick r:id="rId4"/>
              </a:rPr>
              <a:t>www.g1mra.com</a:t>
            </a:r>
            <a:endParaRPr lang="en-GB" sz="1400" b="1" dirty="0"/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9970C41F-DA93-31C0-819A-4E17DD4421FD}"/>
              </a:ext>
            </a:extLst>
          </p:cNvPr>
          <p:cNvSpPr txBox="1"/>
          <p:nvPr/>
        </p:nvSpPr>
        <p:spPr>
          <a:xfrm>
            <a:off x="4278085" y="9103403"/>
            <a:ext cx="2548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For 3D printing and free models, </a:t>
            </a:r>
          </a:p>
          <a:p>
            <a:pPr algn="ctr"/>
            <a:r>
              <a:rPr lang="en-GB" sz="1200" b="1" dirty="0"/>
              <a:t>search ‘Gauge 1 3D Circle’ or go to  </a:t>
            </a:r>
            <a:r>
              <a:rPr lang="en-GB" sz="1400" b="1" dirty="0">
                <a:hlinkClick r:id="rId5"/>
              </a:rPr>
              <a:t>gaugeone3dcircle.groups.io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315202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EF4FF1-407A-3911-8820-30DC47D069AF}"/>
              </a:ext>
            </a:extLst>
          </p:cNvPr>
          <p:cNvSpPr/>
          <p:nvPr/>
        </p:nvSpPr>
        <p:spPr>
          <a:xfrm>
            <a:off x="-1028" y="0"/>
            <a:ext cx="3430028" cy="19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938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420</Words>
  <Application>Microsoft Office PowerPoint</Application>
  <PresentationFormat>A4 Paper (210x297 mm)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Johnstone, A</dc:creator>
  <cp:lastModifiedBy>Johnstone, A</cp:lastModifiedBy>
  <cp:revision>3</cp:revision>
  <cp:lastPrinted>2026-05-17T07:14:30Z</cp:lastPrinted>
  <dcterms:created xsi:type="dcterms:W3CDTF">2026-05-17T06:52:22Z</dcterms:created>
  <dcterms:modified xsi:type="dcterms:W3CDTF">2026-07-15T06:03:17Z</dcterms:modified>
</cp:coreProperties>
</file>