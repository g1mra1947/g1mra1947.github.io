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93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41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30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67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10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9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45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01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BE496-7867-4796-A38F-5EDD24FCDB8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97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png"/><Relationship Id="rId7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he image shows a model train station with three black steam locomotives on a track.&#10;&#10;AI-generated content may be incorrect.">
            <a:extLst>
              <a:ext uri="{FF2B5EF4-FFF2-40B4-BE49-F238E27FC236}">
                <a16:creationId xmlns:a16="http://schemas.microsoft.com/office/drawing/2014/main" id="{AA436C4D-81A4-EB64-4C51-99594882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141" y="3777890"/>
            <a:ext cx="2029920" cy="143898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7" name="Picture 2" descr="GAUGE ONE&#10;&#10;AI-generated content may be incorrect.">
            <a:extLst>
              <a:ext uri="{FF2B5EF4-FFF2-40B4-BE49-F238E27FC236}">
                <a16:creationId xmlns:a16="http://schemas.microsoft.com/office/drawing/2014/main" id="{1FA44CBD-0951-C283-40E4-79258689F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272" y="36939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9C1D85-28CC-3D23-1102-BBC500CBA84D}"/>
              </a:ext>
            </a:extLst>
          </p:cNvPr>
          <p:cNvSpPr txBox="1"/>
          <p:nvPr/>
        </p:nvSpPr>
        <p:spPr>
          <a:xfrm>
            <a:off x="1156023" y="68607"/>
            <a:ext cx="2770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The Gauge One Model </a:t>
            </a:r>
          </a:p>
          <a:p>
            <a:pPr algn="ctr"/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Railway Association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4D69E-DE92-E9EB-AD87-073E4F12371F}"/>
              </a:ext>
            </a:extLst>
          </p:cNvPr>
          <p:cNvSpPr txBox="1"/>
          <p:nvPr/>
        </p:nvSpPr>
        <p:spPr>
          <a:xfrm>
            <a:off x="251736" y="5224866"/>
            <a:ext cx="4502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  <a:p>
            <a:endParaRPr lang="en-GB" sz="1200" dirty="0"/>
          </a:p>
          <a:p>
            <a:r>
              <a:rPr lang="en-GB" sz="1200" dirty="0"/>
              <a:t>You can read about the breadth of activity within G1MRA by downloading copies of our welcome brochure and our quarterly magazine from</a:t>
            </a:r>
          </a:p>
        </p:txBody>
      </p:sp>
      <p:pic>
        <p:nvPicPr>
          <p:cNvPr id="3" name="Picture 2" descr="GAUGE ONE&#10;&#10;AI-generated content may be incorrect.">
            <a:extLst>
              <a:ext uri="{FF2B5EF4-FFF2-40B4-BE49-F238E27FC236}">
                <a16:creationId xmlns:a16="http://schemas.microsoft.com/office/drawing/2014/main" id="{1942AF81-188A-C4F1-B4CF-5B6F880A2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7" y="41214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2BE64-03B2-8D7B-57FB-7943DB6140ED}"/>
              </a:ext>
            </a:extLst>
          </p:cNvPr>
          <p:cNvSpPr txBox="1"/>
          <p:nvPr/>
        </p:nvSpPr>
        <p:spPr>
          <a:xfrm>
            <a:off x="212733" y="957150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pic>
        <p:nvPicPr>
          <p:cNvPr id="12" name="Picture 11" descr="The image shows a black, vintage steam locomotive, with red and green colors, on a track surrounded by green trees.&#10;&#10;AI-generated content may be incorrect.">
            <a:extLst>
              <a:ext uri="{FF2B5EF4-FFF2-40B4-BE49-F238E27FC236}">
                <a16:creationId xmlns:a16="http://schemas.microsoft.com/office/drawing/2014/main" id="{16CB4EF2-6923-FCBD-D61F-C9FA5D8DC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6" y="1640616"/>
            <a:ext cx="4103963" cy="13480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8BD6900-6992-19CF-4224-7EE3E1F718DF}"/>
              </a:ext>
            </a:extLst>
          </p:cNvPr>
          <p:cNvSpPr txBox="1"/>
          <p:nvPr/>
        </p:nvSpPr>
        <p:spPr>
          <a:xfrm>
            <a:off x="244116" y="3030822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run models powered by on-board batteries, by track-supplied current and by live steam with boilers fired by alcohol, gas or coal. </a:t>
            </a:r>
          </a:p>
          <a:p>
            <a:r>
              <a:rPr lang="en-GB" sz="1200" dirty="0"/>
              <a:t>Even clockwork engines still make occasional appearances.</a:t>
            </a:r>
          </a:p>
        </p:txBody>
      </p:sp>
      <p:pic>
        <p:nvPicPr>
          <p:cNvPr id="29" name="Picture 28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84A250DB-6880-7128-208C-1260C9EEE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14" y="3759991"/>
            <a:ext cx="1373566" cy="133137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1" name="Picture 30" descr="A person is operating a model train set on a wooden track, with a clear glass bottle positioned nearby.&#10;&#10;AI-generated content may be incorrect.">
            <a:extLst>
              <a:ext uri="{FF2B5EF4-FFF2-40B4-BE49-F238E27FC236}">
                <a16:creationId xmlns:a16="http://schemas.microsoft.com/office/drawing/2014/main" id="{65FB9F78-1370-D483-4B3C-383E39472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2061" y="3766464"/>
            <a:ext cx="988879" cy="1313314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565D48-3E12-963E-9122-4DAAFFD9BF11}"/>
              </a:ext>
            </a:extLst>
          </p:cNvPr>
          <p:cNvSpPr txBox="1"/>
          <p:nvPr/>
        </p:nvSpPr>
        <p:spPr>
          <a:xfrm>
            <a:off x="1747435" y="6409351"/>
            <a:ext cx="1495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g1mra.com</a:t>
            </a:r>
          </a:p>
        </p:txBody>
      </p:sp>
      <p:pic>
        <p:nvPicPr>
          <p:cNvPr id="37" name="Picture 36" descr="The image shows a model train station with three black steam locomotives on a track.&#10;&#10;AI-generated content may be incorrect.">
            <a:extLst>
              <a:ext uri="{FF2B5EF4-FFF2-40B4-BE49-F238E27FC236}">
                <a16:creationId xmlns:a16="http://schemas.microsoft.com/office/drawing/2014/main" id="{1A6DEF81-DE1A-D6C6-97BB-33F1131B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74" y="3783057"/>
            <a:ext cx="2029920" cy="143898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9" name="Picture 2" descr="GAUGE ONE&#10;&#10;AI-generated content may be incorrect.">
            <a:extLst>
              <a:ext uri="{FF2B5EF4-FFF2-40B4-BE49-F238E27FC236}">
                <a16:creationId xmlns:a16="http://schemas.microsoft.com/office/drawing/2014/main" id="{DE7C8570-2232-64F4-7852-51AD1F3B1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405" y="42106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AC8B903-F4C3-2F2C-CE70-9854FE9765F8}"/>
              </a:ext>
            </a:extLst>
          </p:cNvPr>
          <p:cNvSpPr txBox="1"/>
          <p:nvPr/>
        </p:nvSpPr>
        <p:spPr>
          <a:xfrm>
            <a:off x="6229156" y="73774"/>
            <a:ext cx="2770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The Gauge One Model </a:t>
            </a:r>
          </a:p>
          <a:p>
            <a:pPr algn="ctr"/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Railway Association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CE019E-C23E-E317-43D4-BC82A7628193}"/>
              </a:ext>
            </a:extLst>
          </p:cNvPr>
          <p:cNvSpPr txBox="1"/>
          <p:nvPr/>
        </p:nvSpPr>
        <p:spPr>
          <a:xfrm>
            <a:off x="5324869" y="5230033"/>
            <a:ext cx="4502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  <a:p>
            <a:endParaRPr lang="en-GB" sz="1200" dirty="0"/>
          </a:p>
          <a:p>
            <a:r>
              <a:rPr lang="en-GB" sz="1200" dirty="0"/>
              <a:t>You can read about the breadth of activity within G1MRA by downloading copies of our welcome brochure and our quarterly magazine from</a:t>
            </a:r>
          </a:p>
        </p:txBody>
      </p:sp>
      <p:pic>
        <p:nvPicPr>
          <p:cNvPr id="45" name="Picture 44" descr="GAUGE ONE&#10;&#10;AI-generated content may be incorrect.">
            <a:extLst>
              <a:ext uri="{FF2B5EF4-FFF2-40B4-BE49-F238E27FC236}">
                <a16:creationId xmlns:a16="http://schemas.microsoft.com/office/drawing/2014/main" id="{A2B164D5-CED6-136F-5EC0-ECF84440E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00" y="46381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A05C096-83D6-287B-49B1-2ECCCDBEFA60}"/>
              </a:ext>
            </a:extLst>
          </p:cNvPr>
          <p:cNvSpPr txBox="1"/>
          <p:nvPr/>
        </p:nvSpPr>
        <p:spPr>
          <a:xfrm>
            <a:off x="5285866" y="962317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pic>
        <p:nvPicPr>
          <p:cNvPr id="49" name="Picture 48" descr="The image shows a black, vintage steam locomotive, with red and green colors, on a track surrounded by green trees.&#10;&#10;AI-generated content may be incorrect.">
            <a:extLst>
              <a:ext uri="{FF2B5EF4-FFF2-40B4-BE49-F238E27FC236}">
                <a16:creationId xmlns:a16="http://schemas.microsoft.com/office/drawing/2014/main" id="{FDE9769F-626D-F763-436C-C287A6409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369" y="1645783"/>
            <a:ext cx="4103963" cy="134805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CCBA596-B699-BBF6-48DB-B31A72E58012}"/>
              </a:ext>
            </a:extLst>
          </p:cNvPr>
          <p:cNvSpPr txBox="1"/>
          <p:nvPr/>
        </p:nvSpPr>
        <p:spPr>
          <a:xfrm>
            <a:off x="5317249" y="3035989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run models powered by on-board batteries, by track-supplied current and by live steam with boilers fired by alcohol, gas or coal. </a:t>
            </a:r>
          </a:p>
          <a:p>
            <a:r>
              <a:rPr lang="en-GB" sz="1200" dirty="0"/>
              <a:t>Even clockwork engines still make occasional appearances.</a:t>
            </a:r>
          </a:p>
        </p:txBody>
      </p:sp>
      <p:pic>
        <p:nvPicPr>
          <p:cNvPr id="53" name="Picture 52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E2B5A825-BF66-A170-A20E-C99EA7BE4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447" y="3765158"/>
            <a:ext cx="1373566" cy="133137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5" name="Picture 54" descr="A person is operating a model train set on a wooden track, with a clear glass bottle positioned nearby.&#10;&#10;AI-generated content may be incorrect.">
            <a:extLst>
              <a:ext uri="{FF2B5EF4-FFF2-40B4-BE49-F238E27FC236}">
                <a16:creationId xmlns:a16="http://schemas.microsoft.com/office/drawing/2014/main" id="{48DA6489-D7F5-0231-4E35-753488A7C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5194" y="3771631"/>
            <a:ext cx="988879" cy="1313314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F024B74-266C-7F3C-4B4F-A182B31999CD}"/>
              </a:ext>
            </a:extLst>
          </p:cNvPr>
          <p:cNvSpPr txBox="1"/>
          <p:nvPr/>
        </p:nvSpPr>
        <p:spPr>
          <a:xfrm>
            <a:off x="6820568" y="6414518"/>
            <a:ext cx="1495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g1mra.com</a:t>
            </a:r>
          </a:p>
        </p:txBody>
      </p:sp>
    </p:spTree>
    <p:extLst>
      <p:ext uri="{BB962C8B-B14F-4D97-AF65-F5344CB8AC3E}">
        <p14:creationId xmlns:p14="http://schemas.microsoft.com/office/powerpoint/2010/main" val="206852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984F-45C2-DB70-4436-5580FDDB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13315CE-0FBE-C80A-B0FD-C3011349E841}"/>
              </a:ext>
            </a:extLst>
          </p:cNvPr>
          <p:cNvSpPr txBox="1"/>
          <p:nvPr/>
        </p:nvSpPr>
        <p:spPr>
          <a:xfrm>
            <a:off x="957903" y="182907"/>
            <a:ext cx="3062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Gauge One 3D Circle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76730-124B-9AC6-4E8D-9AD1695ED92F}"/>
              </a:ext>
            </a:extLst>
          </p:cNvPr>
          <p:cNvSpPr txBox="1"/>
          <p:nvPr/>
        </p:nvSpPr>
        <p:spPr>
          <a:xfrm>
            <a:off x="295273" y="5825992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a very active discussion forum where you can find all the advice you need – point your Web browser at</a:t>
            </a:r>
          </a:p>
        </p:txBody>
      </p:sp>
      <p:pic>
        <p:nvPicPr>
          <p:cNvPr id="3" name="Picture 2" descr="GAUGE ONE&#10;&#10;AI-generated content may be incorrect.">
            <a:extLst>
              <a:ext uri="{FF2B5EF4-FFF2-40B4-BE49-F238E27FC236}">
                <a16:creationId xmlns:a16="http://schemas.microsoft.com/office/drawing/2014/main" id="{92DEB1AE-6185-56B0-F58C-1BF390B6F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172" y="62645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628C7-4ED4-1ED4-5422-15EF5013694C}"/>
              </a:ext>
            </a:extLst>
          </p:cNvPr>
          <p:cNvSpPr txBox="1"/>
          <p:nvPr/>
        </p:nvSpPr>
        <p:spPr>
          <a:xfrm>
            <a:off x="212733" y="957150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CECAD-8C2D-9B51-C851-71D67BAE352C}"/>
              </a:ext>
            </a:extLst>
          </p:cNvPr>
          <p:cNvSpPr txBox="1"/>
          <p:nvPr/>
        </p:nvSpPr>
        <p:spPr>
          <a:xfrm>
            <a:off x="295273" y="4926541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G1 3D Circle provides high-quality free CAD models that you can print at home – no account needed, just download from </a:t>
            </a:r>
          </a:p>
        </p:txBody>
      </p:sp>
      <p:pic>
        <p:nvPicPr>
          <p:cNvPr id="29" name="Picture 28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EC9BB56C-0BC9-0364-49FC-4B723FAB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4" y="3478051"/>
            <a:ext cx="1373566" cy="133137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3F38E83-996B-7058-06A6-AA55CA4104D2}"/>
              </a:ext>
            </a:extLst>
          </p:cNvPr>
          <p:cNvSpPr txBox="1"/>
          <p:nvPr/>
        </p:nvSpPr>
        <p:spPr>
          <a:xfrm>
            <a:off x="711115" y="6295051"/>
            <a:ext cx="3426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gaugeone3dcircle.groups.io</a:t>
            </a:r>
          </a:p>
        </p:txBody>
      </p:sp>
      <p:pic>
        <p:nvPicPr>
          <p:cNvPr id="2" name="Picture 1" descr="Gauge 1 3D Circle logo">
            <a:extLst>
              <a:ext uri="{FF2B5EF4-FFF2-40B4-BE49-F238E27FC236}">
                <a16:creationId xmlns:a16="http://schemas.microsoft.com/office/drawing/2014/main" id="{4AE4B438-D78D-F9FA-A560-06510BBF5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33" y="63881"/>
            <a:ext cx="646633" cy="732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53BC0B-92E1-0B69-F38C-14FABB625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55" y="1641628"/>
            <a:ext cx="4367635" cy="1048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725CE-ABB2-C81D-C5AA-66E4FF1A2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0" t="8502" r="5000" b="13222"/>
          <a:stretch>
            <a:fillRect/>
          </a:stretch>
        </p:blipFill>
        <p:spPr>
          <a:xfrm>
            <a:off x="1485019" y="3509198"/>
            <a:ext cx="1781540" cy="1319742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1B0059-2CFE-EAB0-8463-D862FA838178}"/>
              </a:ext>
            </a:extLst>
          </p:cNvPr>
          <p:cNvSpPr txBox="1"/>
          <p:nvPr/>
        </p:nvSpPr>
        <p:spPr>
          <a:xfrm>
            <a:off x="295274" y="2750479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8907C6-7E4D-D47D-95EA-59CA95A90BDD}"/>
              </a:ext>
            </a:extLst>
          </p:cNvPr>
          <p:cNvSpPr txBox="1"/>
          <p:nvPr/>
        </p:nvSpPr>
        <p:spPr>
          <a:xfrm>
            <a:off x="1688015" y="5389086"/>
            <a:ext cx="11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g1-3d.uk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117D5-9FA2-D3C0-980E-86BECA318DA4}"/>
              </a:ext>
            </a:extLst>
          </p:cNvPr>
          <p:cNvSpPr txBox="1"/>
          <p:nvPr/>
        </p:nvSpPr>
        <p:spPr>
          <a:xfrm>
            <a:off x="957903" y="182907"/>
            <a:ext cx="3062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Gauge One 3D Circle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63005-C2A5-EAF7-D716-64F85A28EAED}"/>
              </a:ext>
            </a:extLst>
          </p:cNvPr>
          <p:cNvSpPr txBox="1"/>
          <p:nvPr/>
        </p:nvSpPr>
        <p:spPr>
          <a:xfrm>
            <a:off x="295273" y="5825992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a very active discussion forum where you can find all the advice you need – point your Web browser at</a:t>
            </a:r>
          </a:p>
        </p:txBody>
      </p:sp>
      <p:pic>
        <p:nvPicPr>
          <p:cNvPr id="26" name="Picture 25" descr="GAUGE ONE&#10;&#10;AI-generated content may be incorrect.">
            <a:extLst>
              <a:ext uri="{FF2B5EF4-FFF2-40B4-BE49-F238E27FC236}">
                <a16:creationId xmlns:a16="http://schemas.microsoft.com/office/drawing/2014/main" id="{E9D93389-8269-DC39-C533-22AB3BE1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172" y="62645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4D53B2E-088E-BFC6-0A72-B3FBB53DA32D}"/>
              </a:ext>
            </a:extLst>
          </p:cNvPr>
          <p:cNvSpPr txBox="1"/>
          <p:nvPr/>
        </p:nvSpPr>
        <p:spPr>
          <a:xfrm>
            <a:off x="212733" y="957150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7E87E5-081D-C9AF-C3E7-0E05C4DC8CED}"/>
              </a:ext>
            </a:extLst>
          </p:cNvPr>
          <p:cNvSpPr txBox="1"/>
          <p:nvPr/>
        </p:nvSpPr>
        <p:spPr>
          <a:xfrm>
            <a:off x="295273" y="4926541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G1 3D Circle provides high-quality free CAD models that you can print at home – no account needed, just download from </a:t>
            </a:r>
          </a:p>
        </p:txBody>
      </p:sp>
      <p:pic>
        <p:nvPicPr>
          <p:cNvPr id="38" name="Picture 37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EBAF300E-0BD4-D325-3FD0-38A524E8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93" y="3516947"/>
            <a:ext cx="1341432" cy="130022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BA05F93-BAE8-154A-FAC6-9F9201E6C7E5}"/>
              </a:ext>
            </a:extLst>
          </p:cNvPr>
          <p:cNvSpPr txBox="1"/>
          <p:nvPr/>
        </p:nvSpPr>
        <p:spPr>
          <a:xfrm>
            <a:off x="711115" y="6295051"/>
            <a:ext cx="3426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gaugeone3dcircle.groups.io</a:t>
            </a:r>
          </a:p>
        </p:txBody>
      </p:sp>
      <p:pic>
        <p:nvPicPr>
          <p:cNvPr id="46" name="Picture 45" descr="Gauge 1 3D Circle logo">
            <a:extLst>
              <a:ext uri="{FF2B5EF4-FFF2-40B4-BE49-F238E27FC236}">
                <a16:creationId xmlns:a16="http://schemas.microsoft.com/office/drawing/2014/main" id="{25114298-C05B-E2B8-F100-EA31241EC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33" y="63881"/>
            <a:ext cx="646633" cy="7320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5C617C4-599E-3823-F173-E59805B04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55" y="1641628"/>
            <a:ext cx="4367635" cy="104823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E42993C-8DDB-05F3-9195-729786CD01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5" t="24269" r="30000" b="22910"/>
          <a:stretch>
            <a:fillRect/>
          </a:stretch>
        </p:blipFill>
        <p:spPr>
          <a:xfrm>
            <a:off x="3280753" y="3509198"/>
            <a:ext cx="1470388" cy="1333429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1F38FE72-2B55-3F15-DE5E-98F21BB3FCF4}"/>
              </a:ext>
            </a:extLst>
          </p:cNvPr>
          <p:cNvSpPr txBox="1"/>
          <p:nvPr/>
        </p:nvSpPr>
        <p:spPr>
          <a:xfrm>
            <a:off x="295274" y="2750479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E501C5-5B73-FA85-8A72-113D155B80B9}"/>
              </a:ext>
            </a:extLst>
          </p:cNvPr>
          <p:cNvSpPr txBox="1"/>
          <p:nvPr/>
        </p:nvSpPr>
        <p:spPr>
          <a:xfrm>
            <a:off x="1688015" y="5389086"/>
            <a:ext cx="11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g1-3d.uk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901575-AC39-D270-E305-C2101232BD3E}"/>
              </a:ext>
            </a:extLst>
          </p:cNvPr>
          <p:cNvSpPr txBox="1"/>
          <p:nvPr/>
        </p:nvSpPr>
        <p:spPr>
          <a:xfrm>
            <a:off x="6023290" y="188076"/>
            <a:ext cx="3062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Gauge One 3D Circle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E2A34F-58D7-FF1B-5B3C-516AAC632D60}"/>
              </a:ext>
            </a:extLst>
          </p:cNvPr>
          <p:cNvSpPr txBox="1"/>
          <p:nvPr/>
        </p:nvSpPr>
        <p:spPr>
          <a:xfrm>
            <a:off x="5360660" y="5831161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a very active discussion forum where you can find all the advice you need – point your Web browser at</a:t>
            </a:r>
          </a:p>
        </p:txBody>
      </p:sp>
      <p:pic>
        <p:nvPicPr>
          <p:cNvPr id="68" name="Picture 67" descr="GAUGE ONE&#10;&#10;AI-generated content may be incorrect.">
            <a:extLst>
              <a:ext uri="{FF2B5EF4-FFF2-40B4-BE49-F238E27FC236}">
                <a16:creationId xmlns:a16="http://schemas.microsoft.com/office/drawing/2014/main" id="{A2D0CA51-B755-9358-AAFD-A569816E3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7559" y="67814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D087CE2-D9F5-15C3-C7A7-CA99675CAE90}"/>
              </a:ext>
            </a:extLst>
          </p:cNvPr>
          <p:cNvSpPr txBox="1"/>
          <p:nvPr/>
        </p:nvSpPr>
        <p:spPr>
          <a:xfrm>
            <a:off x="5278120" y="962319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BD6FB9-BA32-47A4-61EE-AA071494D727}"/>
              </a:ext>
            </a:extLst>
          </p:cNvPr>
          <p:cNvSpPr txBox="1"/>
          <p:nvPr/>
        </p:nvSpPr>
        <p:spPr>
          <a:xfrm>
            <a:off x="5360660" y="4931710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G1 3D Circle provides high-quality free CAD models that you can print at home – no account needed, just download from </a:t>
            </a:r>
          </a:p>
        </p:txBody>
      </p:sp>
      <p:pic>
        <p:nvPicPr>
          <p:cNvPr id="74" name="Picture 73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D10938BF-560F-5BBF-D380-366B0A946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401" y="3483220"/>
            <a:ext cx="1373566" cy="133137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12E46F5-51A8-D66B-2661-AAF7EF1DE38F}"/>
              </a:ext>
            </a:extLst>
          </p:cNvPr>
          <p:cNvSpPr txBox="1"/>
          <p:nvPr/>
        </p:nvSpPr>
        <p:spPr>
          <a:xfrm>
            <a:off x="5776502" y="6300220"/>
            <a:ext cx="3426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gaugeone3dcircle.groups.io</a:t>
            </a:r>
          </a:p>
        </p:txBody>
      </p:sp>
      <p:pic>
        <p:nvPicPr>
          <p:cNvPr id="78" name="Picture 77" descr="Gauge 1 3D Circle logo">
            <a:extLst>
              <a:ext uri="{FF2B5EF4-FFF2-40B4-BE49-F238E27FC236}">
                <a16:creationId xmlns:a16="http://schemas.microsoft.com/office/drawing/2014/main" id="{27C59A1B-D8EE-44EF-D7CD-9162AECD6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120" y="69050"/>
            <a:ext cx="646633" cy="73206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667B006-8DE2-E210-41F4-FE6260A46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742" y="1646797"/>
            <a:ext cx="4367635" cy="1048232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628769F-3091-F6FC-AA5C-BEA83ECEBA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0" t="8502" r="5000" b="13222"/>
          <a:stretch>
            <a:fillRect/>
          </a:stretch>
        </p:blipFill>
        <p:spPr>
          <a:xfrm>
            <a:off x="6550406" y="3514367"/>
            <a:ext cx="1781540" cy="1319742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3EAD87A-C507-89DF-6BCE-6E5F66CE7C79}"/>
              </a:ext>
            </a:extLst>
          </p:cNvPr>
          <p:cNvSpPr txBox="1"/>
          <p:nvPr/>
        </p:nvSpPr>
        <p:spPr>
          <a:xfrm>
            <a:off x="5360661" y="2755648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01CBE4-50BD-3680-1DBA-8638303B89E7}"/>
              </a:ext>
            </a:extLst>
          </p:cNvPr>
          <p:cNvSpPr txBox="1"/>
          <p:nvPr/>
        </p:nvSpPr>
        <p:spPr>
          <a:xfrm>
            <a:off x="6753402" y="5394255"/>
            <a:ext cx="11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g1-3d.uk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BDF3C4-3D2D-EE6C-AD04-D26D0EE9E899}"/>
              </a:ext>
            </a:extLst>
          </p:cNvPr>
          <p:cNvSpPr txBox="1"/>
          <p:nvPr/>
        </p:nvSpPr>
        <p:spPr>
          <a:xfrm>
            <a:off x="6023290" y="188076"/>
            <a:ext cx="3062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Gauge One 3D Circle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5BBCEC-7932-83D1-29D7-CE79DD594BA0}"/>
              </a:ext>
            </a:extLst>
          </p:cNvPr>
          <p:cNvSpPr txBox="1"/>
          <p:nvPr/>
        </p:nvSpPr>
        <p:spPr>
          <a:xfrm>
            <a:off x="5360660" y="5831161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a very active discussion forum where you can find all the advice you need – point your Web browser at</a:t>
            </a:r>
          </a:p>
        </p:txBody>
      </p:sp>
      <p:pic>
        <p:nvPicPr>
          <p:cNvPr id="92" name="Picture 91" descr="GAUGE ONE&#10;&#10;AI-generated content may be incorrect.">
            <a:extLst>
              <a:ext uri="{FF2B5EF4-FFF2-40B4-BE49-F238E27FC236}">
                <a16:creationId xmlns:a16="http://schemas.microsoft.com/office/drawing/2014/main" id="{7BABB162-61F8-4693-D988-899EABA83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7559" y="67814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D493C0F-D698-B8C9-3E12-4AF15EBD5A32}"/>
              </a:ext>
            </a:extLst>
          </p:cNvPr>
          <p:cNvSpPr txBox="1"/>
          <p:nvPr/>
        </p:nvSpPr>
        <p:spPr>
          <a:xfrm>
            <a:off x="5278120" y="962319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Gauge 1 model railways run on tracks where the rails are 45mm or 1¾ inches apart. For standard gauge, this corresponds to a scale of 1:32 or around 10mm to the foot.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48E7747-AB46-9FF3-782A-6AF6241A25E1}"/>
              </a:ext>
            </a:extLst>
          </p:cNvPr>
          <p:cNvSpPr txBox="1"/>
          <p:nvPr/>
        </p:nvSpPr>
        <p:spPr>
          <a:xfrm>
            <a:off x="5360660" y="4931710"/>
            <a:ext cx="450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G1 3D Circle provides high-quality free CAD models that you can print at home – no account needed, just download from </a:t>
            </a:r>
          </a:p>
        </p:txBody>
      </p:sp>
      <p:pic>
        <p:nvPicPr>
          <p:cNvPr id="98" name="Picture 97" descr="The image shows two people standing next to a display of various small, detailed model trains, including a blue locomotive and several yellow ones, on a platform with informational posters.&#10;&#10;AI-generated content may be incorrect.">
            <a:extLst>
              <a:ext uri="{FF2B5EF4-FFF2-40B4-BE49-F238E27FC236}">
                <a16:creationId xmlns:a16="http://schemas.microsoft.com/office/drawing/2014/main" id="{F4A79024-4A7D-D418-91F9-200877D4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80" y="3522116"/>
            <a:ext cx="1341432" cy="130022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E091AB4-0203-EFA1-6601-98332227018B}"/>
              </a:ext>
            </a:extLst>
          </p:cNvPr>
          <p:cNvSpPr txBox="1"/>
          <p:nvPr/>
        </p:nvSpPr>
        <p:spPr>
          <a:xfrm>
            <a:off x="5776502" y="6300220"/>
            <a:ext cx="3426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gaugeone3dcircle.groups.io</a:t>
            </a:r>
          </a:p>
        </p:txBody>
      </p:sp>
      <p:pic>
        <p:nvPicPr>
          <p:cNvPr id="102" name="Picture 101" descr="Gauge 1 3D Circle logo">
            <a:extLst>
              <a:ext uri="{FF2B5EF4-FFF2-40B4-BE49-F238E27FC236}">
                <a16:creationId xmlns:a16="http://schemas.microsoft.com/office/drawing/2014/main" id="{46BC1BFC-324B-C7A6-7B72-8803473D4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120" y="69050"/>
            <a:ext cx="646633" cy="73206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1FDA753-3E4D-CED0-BBD2-E8D4B4B1A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742" y="1646797"/>
            <a:ext cx="4367635" cy="104823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3D0B017-270F-4CA7-BAA6-D63DDDC9A4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5" t="24269" r="30000" b="22910"/>
          <a:stretch>
            <a:fillRect/>
          </a:stretch>
        </p:blipFill>
        <p:spPr>
          <a:xfrm>
            <a:off x="8346140" y="3514367"/>
            <a:ext cx="1470388" cy="1333429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EAE652E2-AC06-D58F-7A00-C1FDA129CA00}"/>
              </a:ext>
            </a:extLst>
          </p:cNvPr>
          <p:cNvSpPr txBox="1"/>
          <p:nvPr/>
        </p:nvSpPr>
        <p:spPr>
          <a:xfrm>
            <a:off x="5360661" y="2755648"/>
            <a:ext cx="450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size of Gauge 1 models allows for exquisite levels of detail in fine-scale models, and the availability of robust, simplified models also makes it an ideal scale for youngsters.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B5138EA-7CDC-0CB3-7D38-27CC8FCFBFC4}"/>
              </a:ext>
            </a:extLst>
          </p:cNvPr>
          <p:cNvSpPr txBox="1"/>
          <p:nvPr/>
        </p:nvSpPr>
        <p:spPr>
          <a:xfrm>
            <a:off x="6753402" y="5394255"/>
            <a:ext cx="11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g1-3d.uk</a:t>
            </a:r>
          </a:p>
        </p:txBody>
      </p:sp>
    </p:spTree>
    <p:extLst>
      <p:ext uri="{BB962C8B-B14F-4D97-AF65-F5344CB8AC3E}">
        <p14:creationId xmlns:p14="http://schemas.microsoft.com/office/powerpoint/2010/main" val="175487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774</Words>
  <Application>Microsoft Office PowerPoint</Application>
  <PresentationFormat>A4 Paper (210x297 mm)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Johnstone, A</dc:creator>
  <cp:lastModifiedBy>Johnstone, A</cp:lastModifiedBy>
  <cp:revision>5</cp:revision>
  <dcterms:created xsi:type="dcterms:W3CDTF">2026-07-08T12:56:10Z</dcterms:created>
  <dcterms:modified xsi:type="dcterms:W3CDTF">2026-09-14T11:36:52Z</dcterms:modified>
</cp:coreProperties>
</file>